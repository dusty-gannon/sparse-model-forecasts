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4124"/>
    <a:srgbClr val="EDB829"/>
    <a:srgbClr val="00496F"/>
    <a:srgbClr val="0C7996"/>
    <a:srgbClr val="E97C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60"/>
    <p:restoredTop sz="94720"/>
  </p:normalViewPr>
  <p:slideViewPr>
    <p:cSldViewPr>
      <p:cViewPr>
        <p:scale>
          <a:sx n="145" d="100"/>
          <a:sy n="145" d="100"/>
        </p:scale>
        <p:origin x="896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graph showing a graph&#10;&#10;Description automatically generated with medium confidence">
            <a:extLst>
              <a:ext uri="{FF2B5EF4-FFF2-40B4-BE49-F238E27FC236}">
                <a16:creationId xmlns:a16="http://schemas.microsoft.com/office/drawing/2014/main" id="{A1B528D4-8BA1-8A2E-458D-90EF572ADA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443176"/>
            <a:ext cx="3952080" cy="1185624"/>
          </a:xfrm>
          <a:prstGeom prst="rect">
            <a:avLst/>
          </a:prstGeom>
        </p:spPr>
      </p:pic>
      <p:pic>
        <p:nvPicPr>
          <p:cNvPr id="18" name="Picture 17" descr="A graph showing a number of time&#10;&#10;Description automatically generated">
            <a:extLst>
              <a:ext uri="{FF2B5EF4-FFF2-40B4-BE49-F238E27FC236}">
                <a16:creationId xmlns:a16="http://schemas.microsoft.com/office/drawing/2014/main" id="{B00AF93D-AD14-BDB9-974C-6219BC2C5A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0974" y="4029746"/>
            <a:ext cx="3421915" cy="1185624"/>
          </a:xfrm>
          <a:prstGeom prst="rect">
            <a:avLst/>
          </a:prstGeom>
        </p:spPr>
      </p:pic>
      <p:pic>
        <p:nvPicPr>
          <p:cNvPr id="34" name="Picture 33" descr="A graph of a function&#10;&#10;Description automatically generated">
            <a:extLst>
              <a:ext uri="{FF2B5EF4-FFF2-40B4-BE49-F238E27FC236}">
                <a16:creationId xmlns:a16="http://schemas.microsoft.com/office/drawing/2014/main" id="{9B4EF131-F335-D4EA-EE45-170B1ABD41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623293"/>
            <a:ext cx="3880072" cy="598203"/>
          </a:xfrm>
          <a:prstGeom prst="rect">
            <a:avLst/>
          </a:prstGeom>
        </p:spPr>
      </p:pic>
      <p:pic>
        <p:nvPicPr>
          <p:cNvPr id="36" name="Picture 35" descr="A blue line with a dotted line&#10;&#10;Description automatically generated">
            <a:extLst>
              <a:ext uri="{FF2B5EF4-FFF2-40B4-BE49-F238E27FC236}">
                <a16:creationId xmlns:a16="http://schemas.microsoft.com/office/drawing/2014/main" id="{5CBE6E86-947C-1AA4-E37E-EEA2DCB04271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3" y="2221496"/>
            <a:ext cx="3880071" cy="594360"/>
          </a:xfrm>
          <a:prstGeom prst="rect">
            <a:avLst/>
          </a:prstGeom>
        </p:spPr>
      </p:pic>
      <p:pic>
        <p:nvPicPr>
          <p:cNvPr id="38" name="Picture 37" descr="A graph of a function&#10;&#10;Description automatically generated">
            <a:extLst>
              <a:ext uri="{FF2B5EF4-FFF2-40B4-BE49-F238E27FC236}">
                <a16:creationId xmlns:a16="http://schemas.microsoft.com/office/drawing/2014/main" id="{6ED7E7FA-D081-A048-30AF-A62E7CEC4878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568" y="2855088"/>
            <a:ext cx="3877056" cy="594360"/>
          </a:xfrm>
          <a:prstGeom prst="rect">
            <a:avLst/>
          </a:prstGeom>
        </p:spPr>
      </p:pic>
      <p:pic>
        <p:nvPicPr>
          <p:cNvPr id="40" name="Picture 39" descr="A graph of a function&#10;&#10;Description automatically generated">
            <a:extLst>
              <a:ext uri="{FF2B5EF4-FFF2-40B4-BE49-F238E27FC236}">
                <a16:creationId xmlns:a16="http://schemas.microsoft.com/office/drawing/2014/main" id="{265456B0-F587-3BA4-AB24-0F21976AD2BF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59" y="3488680"/>
            <a:ext cx="3877056" cy="59436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428FB2CE-7201-84BA-D628-05A549F6D7CB}"/>
              </a:ext>
            </a:extLst>
          </p:cNvPr>
          <p:cNvSpPr txBox="1"/>
          <p:nvPr/>
        </p:nvSpPr>
        <p:spPr>
          <a:xfrm rot="5400000">
            <a:off x="2374885" y="3799107"/>
            <a:ext cx="432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… </a:t>
            </a:r>
          </a:p>
        </p:txBody>
      </p:sp>
      <p:pic>
        <p:nvPicPr>
          <p:cNvPr id="47" name="Picture 46" descr="An orange and white line&#10;&#10;Description automatically generated">
            <a:extLst>
              <a:ext uri="{FF2B5EF4-FFF2-40B4-BE49-F238E27FC236}">
                <a16:creationId xmlns:a16="http://schemas.microsoft.com/office/drawing/2014/main" id="{A1FC59DF-96DC-C639-137F-5055F88AE9D0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59" y="4374246"/>
            <a:ext cx="3877056" cy="594360"/>
          </a:xfrm>
          <a:prstGeom prst="rect">
            <a:avLst/>
          </a:prstGeom>
        </p:spPr>
      </p:pic>
      <p:pic>
        <p:nvPicPr>
          <p:cNvPr id="49" name="Picture 48" descr="A graph of an oscillating wave&#10;&#10;Description automatically generated">
            <a:extLst>
              <a:ext uri="{FF2B5EF4-FFF2-40B4-BE49-F238E27FC236}">
                <a16:creationId xmlns:a16="http://schemas.microsoft.com/office/drawing/2014/main" id="{77E60CDE-37AF-2518-AF28-09432349FC3E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5012148"/>
            <a:ext cx="3877056" cy="59436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2DC17D5F-70C1-9104-5092-3331A39DD5CB}"/>
              </a:ext>
            </a:extLst>
          </p:cNvPr>
          <p:cNvSpPr txBox="1"/>
          <p:nvPr/>
        </p:nvSpPr>
        <p:spPr>
          <a:xfrm rot="5400000">
            <a:off x="2374884" y="5330940"/>
            <a:ext cx="432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… 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F54ECF65-CCAE-7748-C7E9-ECA2B10571C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1732" y="1007606"/>
            <a:ext cx="3200400" cy="914400"/>
          </a:xfrm>
          <a:prstGeom prst="rect">
            <a:avLst/>
          </a:prstGeom>
        </p:spPr>
      </p:pic>
      <p:pic>
        <p:nvPicPr>
          <p:cNvPr id="54" name="Picture 53" descr="A white line on a black background&#10;&#10;Description automatically generated">
            <a:extLst>
              <a:ext uri="{FF2B5EF4-FFF2-40B4-BE49-F238E27FC236}">
                <a16:creationId xmlns:a16="http://schemas.microsoft.com/office/drawing/2014/main" id="{D11D7613-E4C4-9970-D6E8-7D7BA7A2D02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1732" y="2518676"/>
            <a:ext cx="3200400" cy="914400"/>
          </a:xfrm>
          <a:prstGeom prst="rect">
            <a:avLst/>
          </a:prstGeom>
        </p:spPr>
      </p:pic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1EB77D0-7A07-B5AD-8043-0ABC132320BD}"/>
              </a:ext>
            </a:extLst>
          </p:cNvPr>
          <p:cNvCxnSpPr>
            <a:cxnSpLocks/>
            <a:stCxn id="34" idx="3"/>
            <a:endCxn id="52" idx="1"/>
          </p:cNvCxnSpPr>
          <p:nvPr/>
        </p:nvCxnSpPr>
        <p:spPr>
          <a:xfrm flipV="1">
            <a:off x="4419624" y="1464806"/>
            <a:ext cx="702108" cy="4575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633C79D-1246-80BE-9E41-8A9639143B66}"/>
              </a:ext>
            </a:extLst>
          </p:cNvPr>
          <p:cNvCxnSpPr>
            <a:cxnSpLocks/>
            <a:stCxn id="47" idx="3"/>
          </p:cNvCxnSpPr>
          <p:nvPr/>
        </p:nvCxnSpPr>
        <p:spPr>
          <a:xfrm flipV="1">
            <a:off x="4424115" y="1556792"/>
            <a:ext cx="795957" cy="3114634"/>
          </a:xfrm>
          <a:prstGeom prst="straightConnector1">
            <a:avLst/>
          </a:prstGeom>
          <a:ln w="2413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657F52C-6FD3-BBB4-09C7-5031BB5E49CF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4419624" y="2518676"/>
            <a:ext cx="800448" cy="309578"/>
          </a:xfrm>
          <a:prstGeom prst="straightConnector1">
            <a:avLst/>
          </a:prstGeom>
          <a:ln w="2413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4510DC3-5AF8-D0AD-1C4F-59F5FEB56517}"/>
              </a:ext>
            </a:extLst>
          </p:cNvPr>
          <p:cNvCxnSpPr>
            <a:cxnSpLocks/>
            <a:stCxn id="38" idx="3"/>
          </p:cNvCxnSpPr>
          <p:nvPr/>
        </p:nvCxnSpPr>
        <p:spPr>
          <a:xfrm flipV="1">
            <a:off x="4419624" y="2983510"/>
            <a:ext cx="800448" cy="168758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0" name="Picture 69" descr="A set of colorful lines&#10;&#10;Description automatically generated with medium confidence">
            <a:extLst>
              <a:ext uri="{FF2B5EF4-FFF2-40B4-BE49-F238E27FC236}">
                <a16:creationId xmlns:a16="http://schemas.microsoft.com/office/drawing/2014/main" id="{55D8B021-0A23-B376-AB77-D1D1366A1C0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2" y="1208320"/>
            <a:ext cx="2999232" cy="41010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3EB0A24-0980-C22E-4F90-123436975B96}"/>
              </a:ext>
            </a:extLst>
          </p:cNvPr>
          <p:cNvGrpSpPr/>
          <p:nvPr/>
        </p:nvGrpSpPr>
        <p:grpSpPr>
          <a:xfrm>
            <a:off x="505983" y="260648"/>
            <a:ext cx="8242481" cy="6336704"/>
            <a:chOff x="505983" y="260648"/>
            <a:chExt cx="8242481" cy="6336704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2442150-97AB-0641-34F7-EC4824EA66EC}"/>
                </a:ext>
              </a:extLst>
            </p:cNvPr>
            <p:cNvSpPr/>
            <p:nvPr/>
          </p:nvSpPr>
          <p:spPr>
            <a:xfrm>
              <a:off x="544123" y="260648"/>
              <a:ext cx="8204341" cy="63367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 descr="A graph showing time and time&#10;&#10;Description automatically generated">
              <a:extLst>
                <a:ext uri="{FF2B5EF4-FFF2-40B4-BE49-F238E27FC236}">
                  <a16:creationId xmlns:a16="http://schemas.microsoft.com/office/drawing/2014/main" id="{E489C5DC-26F3-ECF6-EE84-29DE4BAC37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5413" y="701988"/>
              <a:ext cx="2743200" cy="1371600"/>
            </a:xfrm>
            <a:prstGeom prst="rect">
              <a:avLst/>
            </a:prstGeom>
          </p:spPr>
        </p:pic>
        <p:pic>
          <p:nvPicPr>
            <p:cNvPr id="34" name="Picture 33" descr="A set of colorful lines&#10;&#10;Description automatically generated with medium confidence">
              <a:extLst>
                <a:ext uri="{FF2B5EF4-FFF2-40B4-BE49-F238E27FC236}">
                  <a16:creationId xmlns:a16="http://schemas.microsoft.com/office/drawing/2014/main" id="{E3DC1B72-B027-064F-402F-EE663B6FD6BC}"/>
                </a:ext>
              </a:extLst>
            </p:cNvPr>
            <p:cNvPicPr>
              <a:picLocks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5117"/>
            <a:stretch/>
          </p:blipFill>
          <p:spPr>
            <a:xfrm>
              <a:off x="505983" y="2073588"/>
              <a:ext cx="3002059" cy="2660848"/>
            </a:xfrm>
            <a:prstGeom prst="rect">
              <a:avLst/>
            </a:prstGeom>
          </p:spPr>
        </p:pic>
        <p:pic>
          <p:nvPicPr>
            <p:cNvPr id="35" name="Picture 34" descr="A set of colorful lines&#10;&#10;Description automatically generated with medium confidence">
              <a:extLst>
                <a:ext uri="{FF2B5EF4-FFF2-40B4-BE49-F238E27FC236}">
                  <a16:creationId xmlns:a16="http://schemas.microsoft.com/office/drawing/2014/main" id="{D49E2E77-2B59-0A8B-1BAB-CFB900EAE525}"/>
                </a:ext>
              </a:extLst>
            </p:cNvPr>
            <p:cNvPicPr>
              <a:picLocks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4883" b="19314"/>
            <a:stretch/>
          </p:blipFill>
          <p:spPr>
            <a:xfrm>
              <a:off x="505983" y="4878452"/>
              <a:ext cx="3002059" cy="648072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B255398-1857-15EA-EF97-E90262C2300D}"/>
                </a:ext>
              </a:extLst>
            </p:cNvPr>
            <p:cNvSpPr txBox="1"/>
            <p:nvPr/>
          </p:nvSpPr>
          <p:spPr>
            <a:xfrm rot="5400000">
              <a:off x="1966690" y="4606389"/>
              <a:ext cx="4320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… </a:t>
              </a:r>
            </a:p>
          </p:txBody>
        </p:sp>
        <p:pic>
          <p:nvPicPr>
            <p:cNvPr id="37" name="Picture 36" descr="A set of colorful lines&#10;&#10;Description automatically generated with medium confidence">
              <a:extLst>
                <a:ext uri="{FF2B5EF4-FFF2-40B4-BE49-F238E27FC236}">
                  <a16:creationId xmlns:a16="http://schemas.microsoft.com/office/drawing/2014/main" id="{B823085F-C1B7-5F90-D1A2-108ECD188B50}"/>
                </a:ext>
              </a:extLst>
            </p:cNvPr>
            <p:cNvPicPr>
              <a:picLocks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0685"/>
            <a:stretch/>
          </p:blipFill>
          <p:spPr>
            <a:xfrm>
              <a:off x="505983" y="5670540"/>
              <a:ext cx="3002059" cy="792088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9CBE40E-AB89-C553-D409-0EB985027AAC}"/>
                </a:ext>
              </a:extLst>
            </p:cNvPr>
            <p:cNvSpPr txBox="1"/>
            <p:nvPr/>
          </p:nvSpPr>
          <p:spPr>
            <a:xfrm rot="5400000">
              <a:off x="1966690" y="5398477"/>
              <a:ext cx="4320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… 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3A20E04-6E01-7B6D-E250-7815802ACCF8}"/>
                </a:ext>
              </a:extLst>
            </p:cNvPr>
            <p:cNvGrpSpPr/>
            <p:nvPr/>
          </p:nvGrpSpPr>
          <p:grpSpPr>
            <a:xfrm>
              <a:off x="3538395" y="751065"/>
              <a:ext cx="5091830" cy="1371600"/>
              <a:chOff x="3544253" y="2875920"/>
              <a:chExt cx="5091830" cy="1371600"/>
            </a:xfrm>
          </p:grpSpPr>
          <p:pic>
            <p:nvPicPr>
              <p:cNvPr id="61" name="Picture 60" descr="A graph showing a line and time&#10;&#10;Description automatically generated with medium confidence">
                <a:extLst>
                  <a:ext uri="{FF2B5EF4-FFF2-40B4-BE49-F238E27FC236}">
                    <a16:creationId xmlns:a16="http://schemas.microsoft.com/office/drawing/2014/main" id="{866762CA-586C-B34C-AB73-9E48EC5424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92883" y="2875920"/>
                <a:ext cx="2743200" cy="1371600"/>
              </a:xfrm>
              <a:prstGeom prst="rect">
                <a:avLst/>
              </a:prstGeom>
            </p:spPr>
          </p:pic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99DAD50E-7A2B-7192-B6B4-C42B40D55331}"/>
                  </a:ext>
                </a:extLst>
              </p:cNvPr>
              <p:cNvGrpSpPr/>
              <p:nvPr/>
            </p:nvGrpSpPr>
            <p:grpSpPr>
              <a:xfrm>
                <a:off x="3544253" y="3067474"/>
                <a:ext cx="2128513" cy="736774"/>
                <a:chOff x="3064000" y="2379140"/>
                <a:chExt cx="3007616" cy="736774"/>
              </a:xfrm>
            </p:grpSpPr>
            <p:pic>
              <p:nvPicPr>
                <p:cNvPr id="53" name="Picture 52" descr="A set of colorful lines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4FC52D71-2FE1-0D61-3BC0-8B62394226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6859" b="84446"/>
                <a:stretch/>
              </p:blipFill>
              <p:spPr>
                <a:xfrm>
                  <a:off x="3072384" y="2379140"/>
                  <a:ext cx="2999232" cy="356592"/>
                </a:xfrm>
                <a:prstGeom prst="rect">
                  <a:avLst/>
                </a:prstGeom>
              </p:spPr>
            </p:pic>
            <p:pic>
              <p:nvPicPr>
                <p:cNvPr id="54" name="Picture 53" descr="A set of colorful lines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908DEEE1-9B1C-EFCC-4B5F-FC7900478E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5356" b="75949"/>
                <a:stretch/>
              </p:blipFill>
              <p:spPr>
                <a:xfrm>
                  <a:off x="3064000" y="2759322"/>
                  <a:ext cx="2999232" cy="356592"/>
                </a:xfrm>
                <a:prstGeom prst="rect">
                  <a:avLst/>
                </a:prstGeom>
              </p:spPr>
            </p:pic>
          </p:grpSp>
          <p:sp>
            <p:nvSpPr>
              <p:cNvPr id="87" name="Right Arrow 86">
                <a:extLst>
                  <a:ext uri="{FF2B5EF4-FFF2-40B4-BE49-F238E27FC236}">
                    <a16:creationId xmlns:a16="http://schemas.microsoft.com/office/drawing/2014/main" id="{FCA32D21-A010-E8A2-1053-513A97B98695}"/>
                  </a:ext>
                </a:extLst>
              </p:cNvPr>
              <p:cNvSpPr/>
              <p:nvPr/>
            </p:nvSpPr>
            <p:spPr>
              <a:xfrm>
                <a:off x="5653591" y="3158902"/>
                <a:ext cx="232268" cy="173736"/>
              </a:xfrm>
              <a:prstGeom prst="rightArrow">
                <a:avLst/>
              </a:prstGeom>
              <a:solidFill>
                <a:srgbClr val="00496F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Right Arrow 87">
                <a:extLst>
                  <a:ext uri="{FF2B5EF4-FFF2-40B4-BE49-F238E27FC236}">
                    <a16:creationId xmlns:a16="http://schemas.microsoft.com/office/drawing/2014/main" id="{8824C285-2611-8FF9-70B2-10C200B339F9}"/>
                  </a:ext>
                </a:extLst>
              </p:cNvPr>
              <p:cNvSpPr/>
              <p:nvPr/>
            </p:nvSpPr>
            <p:spPr>
              <a:xfrm>
                <a:off x="5647030" y="3603821"/>
                <a:ext cx="232268" cy="73152"/>
              </a:xfrm>
              <a:prstGeom prst="rightArrow">
                <a:avLst/>
              </a:prstGeom>
              <a:solidFill>
                <a:srgbClr val="0C7996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F54F3C6-E541-849F-0EDB-886867563FF0}"/>
                </a:ext>
              </a:extLst>
            </p:cNvPr>
            <p:cNvGrpSpPr/>
            <p:nvPr/>
          </p:nvGrpSpPr>
          <p:grpSpPr>
            <a:xfrm>
              <a:off x="3531914" y="2055746"/>
              <a:ext cx="5093985" cy="1371600"/>
              <a:chOff x="3537058" y="1206044"/>
              <a:chExt cx="5093985" cy="1371600"/>
            </a:xfrm>
          </p:grpSpPr>
          <p:pic>
            <p:nvPicPr>
              <p:cNvPr id="59" name="Picture 58" descr="A graph showing a line&#10;&#10;Description automatically generated with medium confidence">
                <a:extLst>
                  <a:ext uri="{FF2B5EF4-FFF2-40B4-BE49-F238E27FC236}">
                    <a16:creationId xmlns:a16="http://schemas.microsoft.com/office/drawing/2014/main" id="{4F18A0D3-4D6F-7AF3-BAEA-0FF0E2C4E3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7843" y="1206044"/>
                <a:ext cx="2743200" cy="1371600"/>
              </a:xfrm>
              <a:prstGeom prst="rect">
                <a:avLst/>
              </a:prstGeom>
            </p:spPr>
          </p:pic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ED3E23CA-2CEE-E1D1-31C2-DEBC3F9BAB37}"/>
                  </a:ext>
                </a:extLst>
              </p:cNvPr>
              <p:cNvGrpSpPr/>
              <p:nvPr/>
            </p:nvGrpSpPr>
            <p:grpSpPr>
              <a:xfrm>
                <a:off x="3537058" y="1437204"/>
                <a:ext cx="2348844" cy="713184"/>
                <a:chOff x="3537058" y="1437204"/>
                <a:chExt cx="2348844" cy="713184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20374367-B742-193E-1A0B-914729C24DA8}"/>
                    </a:ext>
                  </a:extLst>
                </p:cNvPr>
                <p:cNvGrpSpPr/>
                <p:nvPr/>
              </p:nvGrpSpPr>
              <p:grpSpPr>
                <a:xfrm>
                  <a:off x="3537058" y="1437204"/>
                  <a:ext cx="2128512" cy="713184"/>
                  <a:chOff x="3174888" y="1268760"/>
                  <a:chExt cx="2999232" cy="713184"/>
                </a:xfrm>
              </p:grpSpPr>
              <p:pic>
                <p:nvPicPr>
                  <p:cNvPr id="48" name="Picture 47" descr="A set of colorful lines&#10;&#10;Description automatically generated with medium confidence">
                    <a:extLst>
                      <a:ext uri="{FF2B5EF4-FFF2-40B4-BE49-F238E27FC236}">
                        <a16:creationId xmlns:a16="http://schemas.microsoft.com/office/drawing/2014/main" id="{0A5EFB53-9B99-460E-4837-3F4E961E892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b="91305"/>
                  <a:stretch/>
                </p:blipFill>
                <p:spPr>
                  <a:xfrm>
                    <a:off x="3174888" y="1268760"/>
                    <a:ext cx="2999232" cy="356592"/>
                  </a:xfrm>
                  <a:prstGeom prst="rect">
                    <a:avLst/>
                  </a:prstGeom>
                </p:spPr>
              </p:pic>
              <p:pic>
                <p:nvPicPr>
                  <p:cNvPr id="51" name="Picture 50" descr="A set of colorful lines&#10;&#10;Description automatically generated with medium confidence">
                    <a:extLst>
                      <a:ext uri="{FF2B5EF4-FFF2-40B4-BE49-F238E27FC236}">
                        <a16:creationId xmlns:a16="http://schemas.microsoft.com/office/drawing/2014/main" id="{6D3A3A9D-0122-82E9-B566-44C8A7AB272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64340" b="26965"/>
                  <a:stretch/>
                </p:blipFill>
                <p:spPr>
                  <a:xfrm>
                    <a:off x="3174888" y="1625352"/>
                    <a:ext cx="2999232" cy="35659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85" name="Right Arrow 84">
                  <a:extLst>
                    <a:ext uri="{FF2B5EF4-FFF2-40B4-BE49-F238E27FC236}">
                      <a16:creationId xmlns:a16="http://schemas.microsoft.com/office/drawing/2014/main" id="{7DFE395F-4AF2-0B3D-3B33-EBBB8DFB2039}"/>
                    </a:ext>
                  </a:extLst>
                </p:cNvPr>
                <p:cNvSpPr/>
                <p:nvPr/>
              </p:nvSpPr>
              <p:spPr>
                <a:xfrm>
                  <a:off x="5653634" y="1438751"/>
                  <a:ext cx="232268" cy="274320"/>
                </a:xfrm>
                <a:prstGeom prst="rightArrow">
                  <a:avLst/>
                </a:prstGeom>
                <a:solidFill>
                  <a:srgbClr val="00496F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ight Arrow 85">
                  <a:extLst>
                    <a:ext uri="{FF2B5EF4-FFF2-40B4-BE49-F238E27FC236}">
                      <a16:creationId xmlns:a16="http://schemas.microsoft.com/office/drawing/2014/main" id="{70AEB2B5-4C1B-6AA9-EF9F-4B69ADFDDC0B}"/>
                    </a:ext>
                  </a:extLst>
                </p:cNvPr>
                <p:cNvSpPr/>
                <p:nvPr/>
              </p:nvSpPr>
              <p:spPr>
                <a:xfrm>
                  <a:off x="5653634" y="1853237"/>
                  <a:ext cx="232268" cy="173736"/>
                </a:xfrm>
                <a:prstGeom prst="rightArrow">
                  <a:avLst/>
                </a:prstGeom>
                <a:solidFill>
                  <a:srgbClr val="E97C07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91089BB-49C6-D7C8-678F-2F144AD6AD6C}"/>
                </a:ext>
              </a:extLst>
            </p:cNvPr>
            <p:cNvGrpSpPr/>
            <p:nvPr/>
          </p:nvGrpSpPr>
          <p:grpSpPr>
            <a:xfrm>
              <a:off x="3531914" y="4522727"/>
              <a:ext cx="5106102" cy="1498561"/>
              <a:chOff x="3531914" y="4418835"/>
              <a:chExt cx="5106102" cy="1498561"/>
            </a:xfrm>
          </p:grpSpPr>
          <p:pic>
            <p:nvPicPr>
              <p:cNvPr id="63" name="Picture 62" descr="A graph showing a line of time&#10;&#10;Description automatically generated">
                <a:extLst>
                  <a:ext uri="{FF2B5EF4-FFF2-40B4-BE49-F238E27FC236}">
                    <a16:creationId xmlns:a16="http://schemas.microsoft.com/office/drawing/2014/main" id="{4670FD12-50CE-503B-BAA7-F976D5EA31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94816" y="4545796"/>
                <a:ext cx="2743200" cy="1371600"/>
              </a:xfrm>
              <a:prstGeom prst="rect">
                <a:avLst/>
              </a:prstGeom>
            </p:spPr>
          </p:pic>
          <p:pic>
            <p:nvPicPr>
              <p:cNvPr id="56" name="Picture 55" descr="A set of colorful lines&#10;&#10;Description automatically generated with medium confidence">
                <a:extLst>
                  <a:ext uri="{FF2B5EF4-FFF2-40B4-BE49-F238E27FC236}">
                    <a16:creationId xmlns:a16="http://schemas.microsoft.com/office/drawing/2014/main" id="{E25B4579-A89B-BBE3-0542-187D7C9A911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83945"/>
              <a:stretch/>
            </p:blipFill>
            <p:spPr>
              <a:xfrm>
                <a:off x="3538395" y="4419767"/>
                <a:ext cx="2122579" cy="658416"/>
              </a:xfrm>
              <a:prstGeom prst="rect">
                <a:avLst/>
              </a:prstGeom>
            </p:spPr>
          </p:pic>
          <p:pic>
            <p:nvPicPr>
              <p:cNvPr id="57" name="Picture 56" descr="A set of colorful lines&#10;&#10;Description automatically generated with medium confidence">
                <a:extLst>
                  <a:ext uri="{FF2B5EF4-FFF2-40B4-BE49-F238E27FC236}">
                    <a16:creationId xmlns:a16="http://schemas.microsoft.com/office/drawing/2014/main" id="{184A4771-D284-7615-3F6D-49AC45E1B0A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9023" b="35968"/>
              <a:stretch/>
            </p:blipFill>
            <p:spPr>
              <a:xfrm>
                <a:off x="3531914" y="5101516"/>
                <a:ext cx="2122579" cy="615519"/>
              </a:xfrm>
              <a:prstGeom prst="rect">
                <a:avLst/>
              </a:prstGeom>
            </p:spPr>
          </p:pic>
          <p:sp>
            <p:nvSpPr>
              <p:cNvPr id="89" name="Right Arrow 88">
                <a:extLst>
                  <a:ext uri="{FF2B5EF4-FFF2-40B4-BE49-F238E27FC236}">
                    <a16:creationId xmlns:a16="http://schemas.microsoft.com/office/drawing/2014/main" id="{234E50D9-1BAF-098C-89FC-B13225B68B2B}"/>
                  </a:ext>
                </a:extLst>
              </p:cNvPr>
              <p:cNvSpPr/>
              <p:nvPr/>
            </p:nvSpPr>
            <p:spPr>
              <a:xfrm>
                <a:off x="5653591" y="4418835"/>
                <a:ext cx="232268" cy="274320"/>
              </a:xfrm>
              <a:prstGeom prst="rightArrow">
                <a:avLst/>
              </a:prstGeom>
              <a:solidFill>
                <a:srgbClr val="00496F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ight Arrow 90">
                <a:extLst>
                  <a:ext uri="{FF2B5EF4-FFF2-40B4-BE49-F238E27FC236}">
                    <a16:creationId xmlns:a16="http://schemas.microsoft.com/office/drawing/2014/main" id="{14E1EBDB-0F05-B4AC-8EDA-B7A3BAFAA3F8}"/>
                  </a:ext>
                </a:extLst>
              </p:cNvPr>
              <p:cNvSpPr/>
              <p:nvPr/>
            </p:nvSpPr>
            <p:spPr>
              <a:xfrm>
                <a:off x="5647030" y="4853869"/>
                <a:ext cx="232268" cy="73152"/>
              </a:xfrm>
              <a:prstGeom prst="rightArrow">
                <a:avLst/>
              </a:prstGeom>
              <a:solidFill>
                <a:srgbClr val="00496F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Right Arrow 91">
                <a:extLst>
                  <a:ext uri="{FF2B5EF4-FFF2-40B4-BE49-F238E27FC236}">
                    <a16:creationId xmlns:a16="http://schemas.microsoft.com/office/drawing/2014/main" id="{528F1F8F-A9B5-2127-A0F1-5D2807EBE780}"/>
                  </a:ext>
                </a:extLst>
              </p:cNvPr>
              <p:cNvSpPr/>
              <p:nvPr/>
            </p:nvSpPr>
            <p:spPr>
              <a:xfrm>
                <a:off x="5645788" y="5134006"/>
                <a:ext cx="232268" cy="173736"/>
              </a:xfrm>
              <a:prstGeom prst="rightArrow">
                <a:avLst/>
              </a:prstGeom>
              <a:solidFill>
                <a:srgbClr val="EDB829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Right Arrow 92">
                <a:extLst>
                  <a:ext uri="{FF2B5EF4-FFF2-40B4-BE49-F238E27FC236}">
                    <a16:creationId xmlns:a16="http://schemas.microsoft.com/office/drawing/2014/main" id="{CCA42299-8E3B-CA5B-0CE7-82509B938F2B}"/>
                  </a:ext>
                </a:extLst>
              </p:cNvPr>
              <p:cNvSpPr/>
              <p:nvPr/>
            </p:nvSpPr>
            <p:spPr>
              <a:xfrm>
                <a:off x="5653649" y="5452606"/>
                <a:ext cx="232268" cy="210312"/>
              </a:xfrm>
              <a:prstGeom prst="rightArrow">
                <a:avLst/>
              </a:prstGeom>
              <a:solidFill>
                <a:srgbClr val="EDB829"/>
              </a:solidFill>
              <a:ln w="158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C8F054CC-BF9A-0A53-8CF7-E6C7FC00949B}"/>
                </a:ext>
              </a:extLst>
            </p:cNvPr>
            <p:cNvSpPr/>
            <p:nvPr/>
          </p:nvSpPr>
          <p:spPr>
            <a:xfrm>
              <a:off x="635413" y="629980"/>
              <a:ext cx="2872629" cy="576064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543B056-7D7B-0389-6F20-CF9C830C2F6D}"/>
                </a:ext>
              </a:extLst>
            </p:cNvPr>
            <p:cNvSpPr txBox="1"/>
            <p:nvPr/>
          </p:nvSpPr>
          <p:spPr>
            <a:xfrm>
              <a:off x="544124" y="260648"/>
              <a:ext cx="19800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Helvetica" pitchFamily="2" charset="0"/>
                  <a:cs typeface="Arial" panose="020B0604020202020204" pitchFamily="34" charset="0"/>
                </a:rPr>
                <a:t>a) Decomposition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31DBBBD3-F7E7-757D-70E4-4D5D85D9815C}"/>
                </a:ext>
              </a:extLst>
            </p:cNvPr>
            <p:cNvSpPr/>
            <p:nvPr/>
          </p:nvSpPr>
          <p:spPr>
            <a:xfrm>
              <a:off x="3637472" y="629980"/>
              <a:ext cx="5000544" cy="27973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48CF7F87-F487-0602-8884-FE9FE6E3A1BD}"/>
                </a:ext>
              </a:extLst>
            </p:cNvPr>
            <p:cNvSpPr txBox="1"/>
            <p:nvPr/>
          </p:nvSpPr>
          <p:spPr>
            <a:xfrm>
              <a:off x="3603188" y="260648"/>
              <a:ext cx="34631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7938"/>
              <a:r>
                <a:rPr lang="en-US" dirty="0">
                  <a:latin typeface="Helvetica" pitchFamily="2" charset="0"/>
                  <a:cs typeface="Arial" panose="020B0604020202020204" pitchFamily="34" charset="0"/>
                </a:rPr>
                <a:t>b) Possible linear combinations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D3510E5-2004-BD9B-4CF0-F44B24150994}"/>
                </a:ext>
              </a:extLst>
            </p:cNvPr>
            <p:cNvSpPr/>
            <p:nvPr/>
          </p:nvSpPr>
          <p:spPr>
            <a:xfrm>
              <a:off x="3652403" y="4034859"/>
              <a:ext cx="5000544" cy="235829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82298F3-2624-FF75-8CDA-577D01C92BE0}"/>
                </a:ext>
              </a:extLst>
            </p:cNvPr>
            <p:cNvSpPr txBox="1"/>
            <p:nvPr/>
          </p:nvSpPr>
          <p:spPr>
            <a:xfrm>
              <a:off x="3621575" y="3637616"/>
              <a:ext cx="24673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Helvetica" pitchFamily="2" charset="0"/>
                  <a:cs typeface="Arial" panose="020B0604020202020204" pitchFamily="34" charset="0"/>
                </a:rPr>
                <a:t>c) Fitted sparse model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16879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17</Words>
  <Application>Microsoft Macintosh PowerPoint</Application>
  <PresentationFormat>On-screen Show (4:3)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Helvetica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Gannon, Dustin</cp:lastModifiedBy>
  <cp:revision>17</cp:revision>
  <dcterms:created xsi:type="dcterms:W3CDTF">2017-02-13T16:18:36Z</dcterms:created>
  <dcterms:modified xsi:type="dcterms:W3CDTF">2024-07-26T16:28:36Z</dcterms:modified>
  <cp:category/>
</cp:coreProperties>
</file>